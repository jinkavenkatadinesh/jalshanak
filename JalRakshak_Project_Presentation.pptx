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5600" b="1">
                <a:solidFill>
                  <a:srgbClr val="F8FAFC"/>
                </a:solidFill>
                <a:latin typeface="Trebuchet MS"/>
              </a:defRPr>
            </a:pPr>
            <a:r>
              <a:t>JalRakshak</a:t>
            </a:r>
          </a:p>
          <a:p>
            <a:pPr>
              <a:spcAft>
                <a:spcPts val="2400"/>
              </a:spcAft>
              <a:defRPr sz="2800" b="1">
                <a:solidFill>
                  <a:srgbClr val="06B6D4"/>
                </a:solidFill>
                <a:latin typeface="Trebuchet MS"/>
              </a:defRPr>
            </a:pPr>
            <a:r>
              <a:t>Smart Water Leak Reporting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A3B8"/>
                </a:solidFill>
                <a:latin typeface="Calibri"/>
              </a:defRPr>
            </a:pPr>
            <a:r>
              <a:t>Empowering Hyderabad Citizens &amp; Streamlining Civic Water Infrastructure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CivicTech Solutions | Hyderabad &amp; Telangana Metropolitan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187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CIVIC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870" y="640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The Water Leakage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91870" y="137160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18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47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Unreported Waste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Thousands of gallons of clean water are lost daily in municipal divisions due to slow reporting and lag in civic repair cycles.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94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3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Citizen Friction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Municipal divisions lack a direct, real-time channels for citizens to notify authorities instantly with precise geographic telemetry.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70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99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Data Gap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Civic boards struggle to coordinate resolutions, analyze hotspots, or weed out duplicate tickets because of offline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187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CORE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870" y="640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Empowering Civic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91870" y="137160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18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47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The Platform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A state-of-the-art CivicTech full-stack web application designed to securely connect active citizens directly with municipal water authorities.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94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3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Reporting Portal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A fluid interface offering 1-click citizen reporting with automated location GPS snapping and instant photo proof uploads.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70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99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Command Center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An advanced analytical portal with real-time KPI aggregates, status transition workflows, and automated issue severity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187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870" y="640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Unified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91870" y="137160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18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47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Frontend Layer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Built with React.js (Vite) for performance, Leaflet.js maps with custom OpenStreetMap canvases, and styled with premium Vanilla CSS Glassmorphism.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94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3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Backend Core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Powered by high-performance FastAPI, SQLAlchemy ORM, robust Pydantic v2 data validation schemas, and a custom Python Heuristics Engine.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70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99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DevOps &amp; Data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Structured for PostgreSQL (production) with an SQLite fallback sandbox. Orchestrated via Docker containers behind a secure Nginx reverse proxy gateway.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187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CITIZEN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870" y="640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Streamlined Citizen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1870" y="137160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1870" y="1828800"/>
            <a:ext cx="23774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4750" y="2011680"/>
            <a:ext cx="2011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Auto-GPS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Instantly captures precise telemetry coordinates via browser Geolocation API and centers Hyderabad custom canvas pins.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35070" y="1828800"/>
            <a:ext cx="23774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7950" y="2011680"/>
            <a:ext cx="2011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Photo Proof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Seamless drag-and-drop or click loaders for attaching visual evidence of public water leakage reports.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270" y="1828800"/>
            <a:ext cx="23774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150" y="2011680"/>
            <a:ext cx="2011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Duplicate Check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Checks a 100-meter radius dynamically in the backend and warns citizens if another active report already exists nearby.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21470" y="1828800"/>
            <a:ext cx="23774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4350" y="2011680"/>
            <a:ext cx="2011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P2P Voting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Citizens can search the map and vote to verify reported leaks, boosting report credibility metrics for speedy resolutions.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187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AUTHORITY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870" y="640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Data-Driven Command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91870" y="137160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1870" y="1828800"/>
            <a:ext cx="23774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4750" y="2011680"/>
            <a:ext cx="2011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Real-Time KPIs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Visual indicators counting active, pending, and resolved leakages to keep teams informed at a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35070" y="1828800"/>
            <a:ext cx="23774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7950" y="2011680"/>
            <a:ext cx="2011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Visual Charts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Dynamic distribution charts displaying area-wise issue densities, current status splits, and ticket severity breakdowns.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270" y="1828800"/>
            <a:ext cx="23774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150" y="2011680"/>
            <a:ext cx="2011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Data Grid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Multi-column sorting tables linked to a split-view inspector and sliding side-drawer for in-depth ticket audits.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21470" y="1828800"/>
            <a:ext cx="23774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4350" y="2011680"/>
            <a:ext cx="20116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Timelines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Interactive status logs that record detailed technician diagnostic remarks across transitions (Reported ➔ In Progress ➔ Resolved).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187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SYSTEM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870" y="640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Intelligent Civic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91870" y="137160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18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47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Haversine merges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Uses a proximity-checking Haversine distance formula to identify duplicates and dynamically merge reports to prevent database clutter.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94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3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Priority Scorer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Calculates severity metrics dynamically based on initial hazard rank, ticket duration, and cumulative citizen confirmation votes.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70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99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AI Diagnostics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Performs automatic description scanning to flag leak severity and logs details in administrative inspection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187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870" y="640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Future Vision &amp; Project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91870" y="137160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18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47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Immediate Impact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Minimizes civic water loss, shortens administrative repair cycles, empowers active citizens, and builds high civic trust.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94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3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Vision 2026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Incorporate computer vision AI models to automatically estimate leak flow rates and size of damage from uploaded photo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7070" y="182880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9950" y="2011680"/>
            <a:ext cx="29260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Scale Features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Deploy multi-channel notification systems (SMS, WhatsApp) for citizen status updates, alongside leaderboard-driven reporter gamification.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